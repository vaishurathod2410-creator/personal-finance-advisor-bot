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presProps" Target="presProps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9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SKILL WALLET SUBMISSION</a:t>
            </a:r>
          </a:p>
          <a:p>
            <a:pPr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FineBuddy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AI-Powered Personal Finance Advisor Bot</a:t>
            </a:r>
            <a:br/>
            <a:r>
              <a:t>Empowering everyday users with intelligent money management, multi-lingual support, and financial health scoring.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FINEBUDDY PRESENTATION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Project Overview &amp;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The Challenge &amp; Vision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Personal financial literacy remains low among common people due to complex terminology, lack of customized advice, and language barriers.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FineBuddy bridges this gap by offering a simple, conversational AI assistant that turns financial planning into an actionable, daily habit.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Core Mission Objectives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Accessibility: Reach diverse users across English, Hindi, and Marathi.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Smart Insights: Provide automated, personalized financial health scores.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Calculations Made Simple: Instant EMI &amp; loan repayment planning.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</a:defRPr>
            </a:pPr>
            <a:r>
              <a:t>• Goal Tracking: Help users set and hit target savings consistently.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FINEBUDDY PRESENTATION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Budget Planning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Smart expense categorization and dynamic budget allocation recommendations tailored to user income.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Savings Goal Tracker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Visual milestone tracking helping users save for emergency funds, education, or major purchases.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EMI Calculator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Instant loan repayment schedules with break-ups of principal vs. interest components.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Loan Recommendations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Data-driven suggestions matching user financial health with optimal borrowing options.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Money Health Score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 unified health metric assessing debt ratio, savings habits, and overall financial stability.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Multi-lingual AI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Full conversational support in English, Hindi (हिंदी), and Marathi (मराठी) for inclusive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FINEBUDDY PRESENTATION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Language Inclusivity &amp; Submission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Multi-Lingual AI Support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• English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Standard interface for universal user interaction.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• Hindi (हिंदी)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Native conversation flow tailored for broader regional adoption.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• Marathi (मराठी)</a:t>
            </a:r>
          </a:p>
          <a:p>
            <a:pPr>
              <a:spcAft>
                <a:spcPts val="1000"/>
              </a:spcAft>
              <a:defRPr sz="1300">
                <a:solidFill>
                  <a:srgbClr val="334155"/>
                </a:solidFill>
              </a:defRPr>
            </a:pPr>
            <a:r>
              <a:t>Localized responses ensuring complete clarity and comfort.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400"/>
              </a:spcAft>
              <a:defRPr sz="2000" b="1">
                <a:solidFill>
                  <a:srgbClr val="0F172A"/>
                </a:solidFill>
              </a:defRPr>
            </a:pPr>
            <a:r>
              <a:t>Skill Wallet Project Details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Track / Option: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Option 1: Personal Finance Advisor Bot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Project Title: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FineBuddy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Submission Platform: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Skill Wallet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Submission Date: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October 2, 2026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Repository Link: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GitHub Link submitted to Skill Wallet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Vaishnavi Rathod</cp:lastModifiedBy>
  <cp:revision>2</cp:revision>
  <dcterms:created xsi:type="dcterms:W3CDTF">2013-01-27T09:14:16Z</dcterms:created>
  <dcterms:modified xsi:type="dcterms:W3CDTF">2026-10-26T15:44:26Z</dcterms:modified>
  <cp:category/>
</cp:coreProperties>
</file>